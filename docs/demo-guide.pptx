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365760" cy="2286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Calibri"/>
              </a:rPr>
              <a:t>STANDARDS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Demo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023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0C8E8"/>
                </a:solidFill>
                <a:latin typeface="Calibri"/>
              </a:rPr>
              <a:t>What it does · how it's enforced · how it evolves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James Brooke · 2026-04-30 · walk-through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Three pains we hit before SCP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Multiple repos · multiple humans · multiple AI agents — each drifting in parallel.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35661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566160" cy="16459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B45309"/>
                </a:solidFill>
                <a:latin typeface="Calibri"/>
              </a:rPr>
              <a:t>DRIFT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B556B"/>
                </a:solidFill>
                <a:latin typeface="Calibri"/>
              </a:rPr>
              <a:t>schema fragmentation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01429"/>
                </a:solidFill>
                <a:latin typeface="Calibri"/>
              </a:rPr>
              <a:t>Each repo's services.yml, waiver shape, vendoring conventions diverged. Reviews argued style, not substance.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377440"/>
            <a:ext cx="35661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377440"/>
            <a:ext cx="3566160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6D28D9"/>
                </a:solidFill>
                <a:latin typeface="Calibri"/>
              </a:rPr>
              <a:t>AGENTS INVENTING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B556B"/>
                </a:solidFill>
                <a:latin typeface="Calibri"/>
              </a:rPr>
              <a:t>plausible ≠ 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0233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01429"/>
                </a:solidFill>
                <a:latin typeface="Calibri"/>
              </a:rPr>
              <a:t>Codex / Sonnet / Opus would pick a plausible pattern but not necessarily our pattern. Review caught it; the wasted dispatch didn't.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5661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377440"/>
            <a:ext cx="3566160" cy="164592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Calibri"/>
              </a:rPr>
              <a:t>NO ENFORCEMENT FLOOR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4747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4B556B"/>
                </a:solidFill>
                <a:latin typeface="Calibri"/>
              </a:rPr>
              <a:t>decisions ≠ 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0233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01429"/>
                </a:solidFill>
                <a:latin typeface="Calibri"/>
              </a:rPr>
              <a:t>DECISIONS.md was aspirational — nothing forced a downstream PR to honour it. Governance was retrospective.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4B556B"/>
                </a:solidFill>
                <a:latin typeface="Calibri"/>
              </a:rPr>
              <a:t>The bet: make standards machine-readable + machine-enforceable. Drift collapses; review handles novel substance.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WHAT SCP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Three sentences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29"/>
                </a:solidFill>
                <a:latin typeface="Calibri"/>
              </a:rPr>
              <a:t>SCP is a deterministic policy plane.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4B556B"/>
                </a:solidFill>
                <a:latin typeface="Calibri"/>
              </a:rPr>
              <a:t>It exposes "what's allowed" in two flavours: a consult API that agents query before writing code,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4B556B"/>
                </a:solidFill>
                <a:latin typeface="Calibri"/>
              </a:rPr>
              <a:t>and a federation gate that blocks merges after writing code if the result violates a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Calibri"/>
              </a:rPr>
              <a:t>WHAT SCP 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3891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556B"/>
                </a:solidFill>
                <a:latin typeface="Calibri"/>
              </a:rPr>
              <a:t>WHAT SCP DOES NOT OWN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4754880"/>
            <a:ext cx="10789920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48463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01429"/>
                </a:solidFill>
                <a:latin typeface="Calibri"/>
              </a:rPr>
              <a:t>• Source of truth for governance + architecture standards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429"/>
                </a:solidFill>
                <a:latin typeface="Calibri"/>
              </a:rPr>
              <a:t>• Findings store, waivers, scorecards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429"/>
                </a:solidFill>
                <a:latin typeface="Calibri"/>
              </a:rPr>
              <a:t>• Consult interface (humans + agents)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429"/>
                </a:solidFill>
                <a:latin typeface="Calibri"/>
              </a:rPr>
              <a:t>• Federation primitive (reusable workflow downstream pins)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8463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4B556B"/>
                </a:solidFill>
                <a:latin typeface="Calibri"/>
              </a:rPr>
              <a:t>• Multi-agent orchestration → ACC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4B556B"/>
                </a:solidFill>
                <a:latin typeface="Calibri"/>
              </a:rPr>
              <a:t>• Service runtime / auth fabric → Control Tower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4B556B"/>
                </a:solidFill>
                <a:latin typeface="Calibri"/>
              </a:rPr>
              <a:t>• Documentation retrieval → mapp-doc-agent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4B556B"/>
                </a:solidFill>
                <a:latin typeface="Calibri"/>
              </a:rPr>
              <a:t>• The estate itself — SCP plugs in, doesn't replace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How the pieces fit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ARCHITECTURE · 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Policy plane · orchestration plane · adopter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SCP plugs into the estate; it doesn't try to be the estate.</a:t>
            </a:r>
          </a:p>
        </p:txBody>
      </p:sp>
      <p:pic>
        <p:nvPicPr>
          <p:cNvPr id="6" name="Picture 5" descr="diagram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090" y="2194560"/>
            <a:ext cx="341934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B556B"/>
                </a:solidFill>
                <a:latin typeface="Calibri"/>
              </a:rPr>
              <a:t>SCP sits above ACC (orchestration) and adopter repos (execution). Two protocols out: MCP for agents · reusable-workflow for PRs.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Consult before code · audit after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Same registry, same rules — one source of truth.</a:t>
            </a:r>
          </a:p>
        </p:txBody>
      </p:sp>
      <p:pic>
        <p:nvPicPr>
          <p:cNvPr id="6" name="Picture 5" descr="diagram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382" y="2194560"/>
            <a:ext cx="8574755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B556B"/>
                </a:solidFill>
                <a:latin typeface="Calibri"/>
              </a:rPr>
              <a:t>Pre-code consult closes the dispatch-cycle waste; post-code audit catches drift at PR time. Belt + braces.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Calibri"/>
              </a:rPr>
              <a:t>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federation primitive — how a PR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actually gets blocked.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Calibri"/>
              </a:rPr>
              <a:t>ENFORCEMENT · FEDERATION PRIMITIVE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Reusable workflow + Rego + branch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Adopter wrapper is ~20 lines. Pinned by SHA. Renovate cascades the bump.</a:t>
            </a:r>
          </a:p>
        </p:txBody>
      </p:sp>
      <p:pic>
        <p:nvPicPr>
          <p:cNvPr id="6" name="Picture 5" descr="diagram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038" y="2194560"/>
            <a:ext cx="140544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B556B"/>
                </a:solidFill>
                <a:latin typeface="Calibri"/>
              </a:rPr>
              <a:t>OPA + Conftest pinned by SHA256. Caller's GITHUB_TOKEN is the ceiling. Break-glass needs three gates — fails closed.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WHAT v1.0.0 ACTUALLY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Three rules — deliberately small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The primitive matters more than the rule library. Rules 4–N follow via RFC in v1.1+.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556B"/>
                </a:solidFill>
                <a:latin typeface="Calibr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2860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556B"/>
                </a:solidFill>
                <a:latin typeface="Calibri"/>
              </a:rPr>
              <a:t>WHAT IT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286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556B"/>
                </a:solidFill>
                <a:latin typeface="Calibri"/>
              </a:rPr>
              <a:t>WHY THIS RULE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651760"/>
            <a:ext cx="11247120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2743200"/>
            <a:ext cx="11247120" cy="868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Calibri"/>
              </a:rPr>
              <a:t>SCP-R-001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8892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29"/>
                </a:solidFill>
                <a:latin typeface="Calibri"/>
              </a:rPr>
              <a:t>services.yml root-shape conforms to SVC-003 auth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788920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alibri"/>
              </a:rPr>
              <a:t>Auth-contract drift is highest blast radius. WP-SCP-019 froze the schema; this rule enforces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Calibri"/>
              </a:rPr>
              <a:t>SCP-R-002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5760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29"/>
                </a:solidFill>
                <a:latin typeface="Calibri"/>
              </a:rPr>
              <a:t>waivers.json entry schema (approved_by, created_at, expires_at, rule_id ∨ finding_id)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57600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alibri"/>
              </a:rPr>
              <a:t>Waivers are the safety valve. If their shape drifts, the safety valve becomes opaque.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11247120" cy="868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1645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Calibri"/>
              </a:rPr>
              <a:t>SCP-R-003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526280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29"/>
                </a:solidFill>
                <a:latin typeface="Calibri"/>
              </a:rPr>
              <a:t>Vendoring-manifest marker present in package.json / pyproject.toml / go.mod when those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526280"/>
            <a:ext cx="43891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alibri"/>
              </a:rPr>
              <a:t>Marks every adopter as having consciously adopted the SVC-003 contract.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B556B"/>
                </a:solidFill>
                <a:latin typeface="Calibri"/>
              </a:rPr>
              <a:t>Each rule: structured deny payload · allow + deny fixtures · opa test coverage ≥ 90% · waiver-aware via policies/scp_common.rego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Calibri"/>
              </a:rPr>
              <a:t>ENFORCEMENT · CONFLICT-GATE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Two engines must agree, or merge is 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Architectural insurance against "the rule looks enforced but silently doesn't fire."</a:t>
            </a:r>
          </a:p>
        </p:txBody>
      </p:sp>
      <p:pic>
        <p:nvPicPr>
          <p:cNvPr id="6" name="Picture 5" descr="diagram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37361"/>
            <a:ext cx="10332720" cy="14291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B556B"/>
                </a:solidFill>
                <a:latin typeface="Calibri"/>
              </a:rPr>
              <a:t>Rego = fast PR gate · Python = deep audit. Disagreement → SCP-E005 → amending D-NNN in a separate PR.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D28D9"/>
                </a:solidFill>
                <a:latin typeface="Calibri"/>
              </a:rP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MCP surface — closing the loop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before code is written.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Calibri"/>
              </a:rPr>
              <a:t>AGENTS ·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Pre-code consult with signed receipts</a:t>
            </a:r>
          </a:p>
        </p:txBody>
      </p:sp>
      <p:pic>
        <p:nvPicPr>
          <p:cNvPr id="5" name="Picture 4" descr="diagram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50" y="1828800"/>
            <a:ext cx="631081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8288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19456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01429"/>
                </a:solidFill>
                <a:latin typeface="Calibri"/>
              </a:rPr>
              <a:t>• Agent calls scp.consult_rules(scope) before writing code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429"/>
                </a:solidFill>
                <a:latin typeface="Calibri"/>
              </a:rPr>
              <a:t>• Server returns rules + Ed25519-signed receipt (TTL ≤ 2h)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429"/>
                </a:solidFill>
                <a:latin typeface="Calibri"/>
              </a:rPr>
              <a:t>• Receipt binds (rule-set hash, scope, timestamp)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429"/>
                </a:solidFill>
                <a:latin typeface="Calibri"/>
              </a:rPr>
              <a:t>• Pre-flight check via scp.propose(diff, receipt) is advisory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429"/>
                </a:solidFill>
                <a:latin typeface="Calibri"/>
              </a:rPr>
              <a:t>• Reusable workflow at PR time stays authoritative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01429"/>
                </a:solidFill>
                <a:latin typeface="Calibri"/>
              </a:rPr>
              <a:t>• Track 2 closed 2026-04-29 (USER-GATE-C signed)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532D"/>
                </a:solidFill>
                <a:latin typeface="Calibri"/>
              </a:rPr>
              <a:t>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How SCP plugs into the rest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of Brokapps.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532D"/>
                </a:solidFill>
                <a:latin typeface="Calibri"/>
              </a:rPr>
              <a:t>ESTATE · INTEGRATION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Policy plane · orchestration · runtime · adopters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Boundary discipline: SCP doesn't try to be ACC + CT + doc-agent + every repo.</a:t>
            </a:r>
          </a:p>
        </p:txBody>
      </p:sp>
      <p:pic>
        <p:nvPicPr>
          <p:cNvPr id="6" name="Picture 5" descr="diagram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809" y="2194560"/>
            <a:ext cx="2271901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B556B"/>
                </a:solidFill>
                <a:latin typeface="Calibri"/>
              </a:rPr>
              <a:t>ACC consults pre-code · adopters call the gate at PR time · CT + doc-agent integrate post-Threshold 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E7690"/>
                </a:solidFill>
                <a:latin typeface="Calibri"/>
              </a:rP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How it changes over time —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phases of trust.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HOW IT EVOLVES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Phased rollout — a timeline of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Each phase is one mechanism. Build the floor first; optimise on 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556B"/>
                </a:solidFill>
                <a:latin typeface="Calibri"/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1945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556B"/>
                </a:solidFill>
                <a:latin typeface="Calibri"/>
              </a:rPr>
              <a:t>WHAT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21945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556B"/>
                </a:solidFill>
                <a:latin typeface="Calibri"/>
              </a:rPr>
              <a:t>RISK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60320"/>
            <a:ext cx="11338560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2651760"/>
            <a:ext cx="11338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29"/>
                </a:solidFill>
                <a:latin typeface="Calibri"/>
              </a:rPr>
              <a:t>0  advisory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9748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B"/>
                </a:solidFill>
                <a:latin typeface="Calibri"/>
              </a:rPr>
              <a:t>Post-merge audit. Findings logged, no enforcement.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26974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690"/>
                </a:solidFill>
                <a:latin typeface="Calibri"/>
              </a:rPr>
              <a:t>ZERO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29"/>
                </a:solidFill>
                <a:latin typeface="Calibri"/>
              </a:rPr>
              <a:t>1  auth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4612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B"/>
                </a:solidFill>
                <a:latin typeface="Calibri"/>
              </a:rPr>
              <a:t>WP-SCP-019. SVC-003 schema frozen. Three modes + one deprecating.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32461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690"/>
                </a:solidFill>
                <a:latin typeface="Calibri"/>
              </a:rPr>
              <a:t>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40"/>
            <a:ext cx="11338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29"/>
                </a:solidFill>
                <a:latin typeface="Calibri"/>
              </a:rPr>
              <a:t>2  federation primitive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79476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B"/>
                </a:solidFill>
                <a:latin typeface="Calibri"/>
              </a:rPr>
              <a:t>WP-SCP-020. Reusable workflow + Rego bundle + Renovate cascade. SCP self-pilot.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7947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29"/>
                </a:solidFill>
                <a:latin typeface="Calibri"/>
              </a:rPr>
              <a:t>3  MCP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34340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B"/>
                </a:solidFill>
                <a:latin typeface="Calibri"/>
              </a:rPr>
              <a:t>WP-SCP-021. Agents consult before writing code. Track 2 closed.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34340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690"/>
                </a:solidFill>
                <a:latin typeface="Calibri"/>
              </a:rPr>
              <a:t>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11338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29"/>
                </a:solidFill>
                <a:latin typeface="Calibri"/>
              </a:rPr>
              <a:t>4  self-gate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89204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B"/>
                </a:solidFill>
                <a:latin typeface="Calibri"/>
              </a:rPr>
              <a:t>020D1 → 020D2. SCP gates its own main. Advisory → required. v1.0.0 cut.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8920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  <a:latin typeface="Calibri"/>
              </a:rPr>
              <a:t>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406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29"/>
                </a:solidFill>
                <a:latin typeface="Calibri"/>
              </a:rPr>
              <a:t>5  multi-adopter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44068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B"/>
                </a:solidFill>
                <a:latin typeface="Calibri"/>
              </a:rPr>
              <a:t>FLA pilot first, then estate cascade. Renovate cascades pin-bumps.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54406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MEDIUM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943600"/>
            <a:ext cx="11338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9893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29"/>
                </a:solidFill>
                <a:latin typeface="Calibri"/>
              </a:rPr>
              <a:t>6  scorecards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98932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56B"/>
                </a:solidFill>
                <a:latin typeface="Calibri"/>
              </a:rPr>
              <a:t>WP-SCP-023. Cross-repo aggregation, proposal queue, D-NNN indexing.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59893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690"/>
                </a:solidFill>
                <a:latin typeface="Calibri"/>
              </a:rPr>
              <a:t>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690"/>
                </a:solidFill>
                <a:latin typeface="Calibri"/>
              </a:rPr>
              <a:t>THE FINISH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Threshold A — what "actually useful"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SCP gates itself on its own main · 3 rules enforcing · conflict-gate green · v1.0.0 cut.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E7690"/>
                </a:solidFill>
                <a:latin typeface="Calibri"/>
              </a:rPr>
              <a:t>✅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⏳ AHEAD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560320"/>
            <a:ext cx="10789920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6974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29"/>
                </a:solidFill>
                <a:latin typeface="Consolas"/>
              </a:rPr>
              <a:t>020A   plan + D-022/D-023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29"/>
                </a:solidFill>
                <a:latin typeface="Consolas"/>
              </a:rPr>
              <a:t>020B   reusable workflow (PR #36)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29"/>
                </a:solidFill>
                <a:latin typeface="Consolas"/>
              </a:rPr>
              <a:t>020B.1 workflow-selftest harness (PR #38)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947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29"/>
                </a:solidFill>
                <a:latin typeface="Consolas"/>
              </a:rPr>
              <a:t>020B.2 scripts/scp-policy-check (PR #41)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29"/>
                </a:solidFill>
                <a:latin typeface="Consolas"/>
              </a:rPr>
              <a:t>020C   3 starter Rego rules (PR #49)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29"/>
                </a:solidFill>
                <a:latin typeface="Consolas"/>
              </a:rPr>
              <a:t>020C.1 waiver-aware + conflict-gate (PR #52)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29"/>
                </a:solidFill>
                <a:latin typeface="Consolas"/>
              </a:rPr>
              <a:t>020J   tag-protection + signed-commits (PR #53)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onsolas"/>
              </a:rPr>
              <a:t>020K   adopter onboarding + ADOPT-005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onsolas"/>
              </a:rPr>
              <a:t>020D1  self-dogfood wrapper (advisory)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onsolas"/>
              </a:rPr>
              <a:t>020H.1 v1.0.0-rc.1 + observability emit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947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onsolas"/>
              </a:rPr>
              <a:t>020E.a pre-protection canary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605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onsolas"/>
              </a:rPr>
              <a:t>🛑 USER-GATE-A0 advisory→required signoff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262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onsolas"/>
              </a:rPr>
              <a:t>020D2  required-status-check + cut v1.0.0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8920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onsolas"/>
              </a:rPr>
              <a:t>🛑 USER-GATE-A Threshold A signoff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WHERE WE ARE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Programmes + active PRs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Snapshot: 2026-04-30 morning, post-020J apply.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556B"/>
                </a:solidFill>
                <a:latin typeface="Calibri"/>
              </a:rPr>
              <a:t>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286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556B"/>
                </a:solidFill>
                <a:latin typeface="Calibri"/>
              </a:rPr>
              <a:t>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B556B"/>
                </a:solidFill>
                <a:latin typeface="Calibri"/>
              </a:rPr>
              <a:t>TRACK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651760"/>
            <a:ext cx="11338560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48640" y="2743200"/>
            <a:ext cx="1133856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1429"/>
                </a:solidFill>
                <a:latin typeface="Calibri"/>
              </a:rPr>
              <a:t>WP-SCP-019 — Service Auth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78892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E7690"/>
                </a:solidFill>
                <a:latin typeface="Calibri"/>
              </a:rPr>
              <a:t>✅ closed 2026-04-20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78892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1429"/>
                </a:solidFill>
                <a:latin typeface="Calibri"/>
              </a:rPr>
              <a:t>WP-SCP-020 — Federation Primitive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8328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Calibri"/>
              </a:rPr>
              <a:t>🔄 in flight (~60% slices)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338328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alibri"/>
              </a:rPr>
              <a:t>Track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133856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1429"/>
                </a:solidFill>
                <a:latin typeface="Calibri"/>
              </a:rPr>
              <a:t>WP-SCP-021 — MCP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9776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0E7690"/>
                </a:solidFill>
                <a:latin typeface="Calibri"/>
              </a:rPr>
              <a:t>✅ landed 2026-04-29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397764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alibri"/>
              </a:rPr>
              <a:t>Track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01429"/>
                </a:solidFill>
                <a:latin typeface="Calibri"/>
              </a:rPr>
              <a:t>WP-SCP-022 — Implementation Programme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57200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Calibri"/>
              </a:rPr>
              <a:t>🔄 orchestrator for 020 + 021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457200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56B"/>
                </a:solidFill>
                <a:latin typeface="Calibri"/>
              </a:rPr>
              <a:t>Meta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40AF"/>
                </a:solidFill>
                <a:latin typeface="Calibri"/>
              </a:rPr>
              <a:t>LIVE INFRA (today)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303520"/>
            <a:ext cx="10789920" cy="0"/>
          </a:xfrm>
          <a:prstGeom prst="line">
            <a:avLst/>
          </a:prstGeom>
          <a:ln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440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main has required_signatures: true (020J landed this morning)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Tag-protection ruleset on v* — no force-push, no deletion, no re-pointing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3 Rego rules under policies/, reusable workflow at .github/workflows/policy-check.yml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MCP server at src/standards_control_plane/mcp/, Ed25519 signing key under .scp/keys/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7690"/>
                </a:solidFill>
                <a:latin typeface="Calibri"/>
              </a:rPr>
              <a:t>POST-v1.0.0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v1.x → v2.x — what comes after self-gating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Each version adds capability without breaking adopters. Pin-bump via Renovate is the upgrade path.</a:t>
            </a:r>
          </a:p>
        </p:txBody>
      </p:sp>
      <p:pic>
        <p:nvPicPr>
          <p:cNvPr id="6" name="Picture 5" descr="diagram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9635"/>
            <a:ext cx="10332720" cy="12416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B556B"/>
                </a:solidFill>
                <a:latin typeface="Calibri"/>
              </a:rPr>
              <a:t>v1.1: FLA pilot · v1.2: estate cascade · v2.0: scorecards + proposal queue · v2.x: cross-estate governance.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Calibri"/>
              </a:rPr>
              <a:t>WHY THIS IS WORTH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01429"/>
                </a:solidFill>
                <a:latin typeface="Calibri"/>
              </a:rPr>
              <a:t>Benefits — three audiences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B556B"/>
                </a:solidFill>
                <a:latin typeface="Calibri"/>
              </a:rPr>
              <a:t>Estate · operator · future agents and humans.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35661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566160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  <a:latin typeface="Calibri"/>
              </a:rPr>
              <a:t>FOR THE ESTATE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Drift collapses — every repo held to the same schema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Agents stop inventing — every dispatch starts with "what's allowed?"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Review handles novel substance, not boilerplate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Governance becomes reproducible — policies/ is a git tree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377440"/>
            <a:ext cx="35661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6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377440"/>
            <a:ext cx="3566160" cy="164592"/>
          </a:xfrm>
          <a:prstGeom prst="rect">
            <a:avLst/>
          </a:prstGeom>
          <a:solidFill>
            <a:srgbClr val="0E7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E7690"/>
                </a:solidFill>
                <a:latin typeface="Calibri"/>
              </a:rPr>
              <a:t>FOR THE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Single source of truth, NOT single point of failure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Renovate cascades pin-bumps automatically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Bus-factor-1 acknowledged explicitly (quarterly review cadence)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Conflict-gate is structural insurance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377440"/>
            <a:ext cx="356616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377440"/>
            <a:ext cx="3566160" cy="16459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7889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6D28D9"/>
                </a:solidFill>
                <a:latin typeface="Calibri"/>
              </a:rPr>
              <a:t>FOR FUTURE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Standards evolve, never deprecate suddenly (RFC + 1-release window)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Receipt-bound consults are auditable forensic trails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Machine-readable rules = pre-code conformance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01429"/>
                </a:solidFill>
                <a:latin typeface="Calibri"/>
              </a:rPr>
              <a:t>• MCP server is advisory; gate is authoritative — belt + braces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  <a:latin typeface="Calibri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Where to dig deeper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8E8"/>
                </a:solidFill>
                <a:latin typeface="Consolas"/>
              </a:rPr>
              <a:t>docs/decks/SCP-overview-2026-04-30.md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2286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the markdown source of truth for this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7004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8E8"/>
                </a:solidFill>
                <a:latin typeface="Consolas"/>
              </a:rPr>
              <a:t>docs/plans/WP-SCP-020-policy-federation-primitive.md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6700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federation primitive design, slice-by-slice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5409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8E8"/>
                </a:solidFill>
                <a:latin typeface="Consolas"/>
              </a:rPr>
              <a:t>docs/plans/WP-SCP-021-scp-as-mcp-server.md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05409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MCP server design + receipt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381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8E8"/>
                </a:solidFill>
                <a:latin typeface="Consolas"/>
              </a:rPr>
              <a:t>docs/plans/WP-SCP-022-implementation-programme-plan.md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43814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how 020 + 021 are sequenced + gate-by-gate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221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8E8"/>
                </a:solidFill>
                <a:latin typeface="Consolas"/>
              </a:rPr>
              <a:t>docs/adoption/ADOPT-001-project-onboarding.md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82219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the single onboarding brief for adopter repos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8E8"/>
                </a:solidFill>
                <a:latin typeface="Consolas"/>
              </a:rPr>
              <a:t>docs/integrations/conflict-gate.md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206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conflict-gate adapter doctrine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902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8E8"/>
                </a:solidFill>
                <a:latin typeface="Consolas"/>
              </a:rPr>
              <a:t>docs/security/branch-protection.md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9028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020J configured-state docs + verify + revert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743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8E8"/>
                </a:solidFill>
                <a:latin typeface="Consolas"/>
              </a:rPr>
              <a:t>docs/DECISIONS.md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97433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every amending D-NNN decision 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583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8E8"/>
                </a:solidFill>
                <a:latin typeface="Consolas"/>
              </a:rPr>
              <a:t>policies/README.md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53583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rule template + 7-step contributor 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4243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C8E8"/>
                </a:solidFill>
                <a:latin typeface="Consolas"/>
              </a:rPr>
              <a:t>STATUS.md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74243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09CC4"/>
                </a:solidFill>
                <a:latin typeface="Calibri"/>
              </a:rPr>
              <a:t>at-a-glance Threshold A progress + active PRs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